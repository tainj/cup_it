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purzlbaum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dam_29063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nthonymk2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shawn_rain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egindoors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Claudio Schwarz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77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Титульный слайд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«Сделаем витрину приложения Great Again»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Концепция персонализированной витрины по жизненным сценариям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Команда: [место для вписывания]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Кейс: Changellenge&gt;&gt; Cup IT 2026 | OTP Bank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Визуал: Оранжевый градиент (бренд ОТП #FF6B35), иконка смартфона с витриной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93818" y="1082733"/>
            <a:ext cx="7647751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Проблема (As-Is)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493818" y="2078182"/>
            <a:ext cx="7481455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«Почему текущая витрина не работает»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50+ иконок на главном экране → когнитивная перегрузка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Продукты сгруппированы по логике банка, а не клиента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Новые пользователи теряются в первых 30 секунд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Низкая видимость релевантных предложений Отсутствие чётких визуальных указателей затрудняет навигацию по интерфейсу.  Неинтуитивный поиск увеличивает время, необходимое для нахождения нужных продуктов.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 Bignell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77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Решение (To-Be)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«Витрина по жизненным сценариям»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Группировка по ситуациям: ✈️ Путешествия, 🏠 Дом, 🎓 Образование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Персонализация: каждый пользователь видит свои приоритеты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Навигация: максимум 2 клика до продукта Интеграция с личными интересами и целями пользователя для более точного подбора контента.  Возможность сохранения понравившихся сценариев для дальнейшего использования.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273" y="1082733"/>
            <a:ext cx="7647751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Пользовательские сценарии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31273" y="2078182"/>
            <a:ext cx="7481455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«Как это работает для клиента»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Сценарий: ✈️ Путешествия, Потребность: кэшбэк на авиа, страховка, Продукты: кредитная карта, страховка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Сценарий: 🏠 Дом, Потребность: ипотека, ремонт, Продукты: потребкредит, вклад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Сценарий: 🎓 Образование, Потребность: оплата учёбы, стажировки, Продукты: карта для студента, кредит Возможность накопить средства на обучение через вклад с выгодными условиями.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Antonis Georgiou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77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Персонализация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«Как мы понимаем клиента»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Механики: явные — выбор сценариев при первом входе, неявные — анализ транзакций и кликов, адаптация — приоритет сценариев меняется динамически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Техническая реализация: таблица user_scenarios (приоритеты), таблица analytics_events (трекинг поведения), API /showcase (динамическая выдача) Для персонализации опыта мы применяем машинное обучение для предсказания будущих действий пользователя на основе собранных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62545" y="1914005"/>
            <a:ext cx="10141526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Бизнес-ценность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662545" y="2909455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«Измеримый результат для банка»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Метрики: CTR сценария, конверсия в продукт, время до действия, удержание (D7)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Экономический эффект: рост видимости продуктов → больше продаж, упрощение пути → меньше отток новых клиентов, аналитика → возможность A/B-тестов Оптимизация маркетинговых кампаний на основе данных способствует повышению общей эффективности и рентабельности инвестиций.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Shawn Rain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77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Прототип (MVP)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«Рабочий прототип»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Что реализовано: бэкенд на Go (API персонализации), база данных PostgreSQL (сценарии, аналитика), фронтенд React (витрина, темы, графики), трекинг событий (клик, просмотр, заявка)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Техстек: Go 1.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21 | PostgreSQL 16 | React 18 | Tailwind CSS Интеграция с внешними сервисами для обеспечения дополнительных функциональных возможностей.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6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Использование AI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«Прозрачность разработки»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соответствии с правилами кейса: GitHub Copilot, LLM-ассистент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Философия: AI — инструмент для ускорения рутинных задач.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Архитектура, бизнес-логика и концепция — решения автора GitHub Copilot помогает разработчикам писать код быстрее и с меньшим количеством ошибок. LLM-ассистенты способствуют улучшению качества кода и повышению эффективности командной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Meg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77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Риски и улучшения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«Что дальше»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Риски: холодный старт (нет данных о новом пользователе), перегрузка сценариями (10+ блоков), конфликт с текущей архитектурой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План улучшений: ML-модель для ранжирования сценариев, A/B-тесты для оптимизации CTR, интеграция с CRM для офлайн-данных Необходимо разработать адаптивные алгоритмы для персонализации пользовательского опыта на основе собранных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6" cy="581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Контакты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«Спасибо за внимание.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»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GitHub: https://github. com/tainj/cup_it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Email: [место для вставки]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Команда: [место для вставки]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Визуал: логотип ОТП + Changellenge&gt;&gt;, QR-код на репозиторий Приглашаем к сотрудничеству и будем рады вашим вопросам и комментариям.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Будем рады видеть вас на наших следующих мероприятиях.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6" cy="781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текущую проблему, предложили её решение, а также обсудили пользовательские сценарии, персонализацию, бизнес-ценность проекта, прототип (MVP), использование AI, риски и пути их улучшения. Мы надеемся, что представленная информация будет полезна для дальнейшего сотрудничества.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2026-03-14T17:00:40Z</dcterms:created>
  <dcterms:modified xsi:type="dcterms:W3CDTF">2026-03-14T17:00:40Z</dcterms:modified>
</cp:coreProperties>
</file>